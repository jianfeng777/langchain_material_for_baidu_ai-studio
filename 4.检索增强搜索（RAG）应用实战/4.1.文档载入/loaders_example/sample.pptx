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LangChain PPTX 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sample.pptx</a:t>
            </a:r>
          </a:p>
          <a:p>
            <a:r>
              <a:t>用于测试 PPTX 文档加载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Loader 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本页用于演示</a:t>
            </a:r>
          </a:p>
          <a:p>
            <a:r>
              <a:t>PPTX → Document → 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